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CiviCare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Municipal Governance System</a:t>
            </a:r>
          </a:p>
          <a:p/>
          <a:p>
            <a:r>
              <a:t>Developed by:</a:t>
            </a:r>
          </a:p>
          <a:p>
            <a:r>
              <a:t>HENIL PATEL (System Architect, AI &amp; Full Stack)</a:t>
            </a:r>
          </a:p>
          <a:p>
            <a:r>
              <a:t>MEET PATEL (Frontend, UI/UX, Documentation)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Need: Rapid urban growth leads to civic issues (broken infrastructure, waste mismanagement).</a:t>
            </a:r>
          </a:p>
          <a:p>
            <a:r>
              <a:t>• Traditional systems are slow, paper-based, and lack transparency.</a:t>
            </a:r>
          </a:p>
          <a:p>
            <a:r>
              <a:t>• The Solution (CiviCare): Bridge the gap between citizens and municipal authorities.</a:t>
            </a:r>
          </a:p>
          <a:p>
            <a:r>
              <a:t>• Uses AI to automate triaging of civic complaints.</a:t>
            </a:r>
          </a:p>
          <a:p>
            <a:r>
              <a:t>• Provides gamified, transparent, real-time tracking for citizens.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Scope:</a:t>
            </a:r>
          </a:p>
          <a:p>
            <a:r>
              <a:t>• Public portal with identity verification &amp; evidence-based reporting.</a:t>
            </a:r>
          </a:p>
          <a:p>
            <a:r>
              <a:t>• AI engine for automatic categorization, priority, and risk assessment.</a:t>
            </a:r>
          </a:p>
          <a:p>
            <a:r>
              <a:t>• Hierarchical dashboard for Admins, Supervisors, and Field Teams.</a:t>
            </a:r>
          </a:p>
          <a:p>
            <a:r>
              <a:t>• Gamification system (XP/Badges) to reward active citizens.</a:t>
            </a:r>
          </a:p>
          <a:p/>
          <a:p>
            <a:r>
              <a:t>Limitations:</a:t>
            </a:r>
          </a:p>
          <a:p>
            <a:r>
              <a:t>• AI relies on heuristic weighting rather than continuous neural learning.</a:t>
            </a:r>
          </a:p>
          <a:p>
            <a:r>
              <a:t>• Live GPS tracking is currently simulated.</a:t>
            </a:r>
          </a:p>
          <a:p>
            <a:r>
              <a:t>• Requires internet access, limiting non-digital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r>
              <a:t>• React.js (Vite), Tailwind CSS, Framer Motion</a:t>
            </a:r>
          </a:p>
          <a:p/>
          <a:p>
            <a:r>
              <a:t>Backend:</a:t>
            </a:r>
          </a:p>
          <a:p>
            <a:r>
              <a:t>• Python (Flask), JWT Authentication, Werkzeug</a:t>
            </a:r>
          </a:p>
          <a:p>
            <a:r>
              <a:t>• Brevo HTTP API for transactional emails</a:t>
            </a:r>
          </a:p>
          <a:p/>
          <a:p>
            <a:r>
              <a:t>Database:</a:t>
            </a:r>
          </a:p>
          <a:p>
            <a:r>
              <a:t>• MongoDB (Atlas) via PyMongo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&amp;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AI Triage: Instantly routes issues to the right department.</a:t>
            </a:r>
          </a:p>
          <a:p>
            <a:r>
              <a:t>• Role-Based Access (RBAC): Dedicated views for Admin, Supervisor, Citizen.</a:t>
            </a:r>
          </a:p>
          <a:p>
            <a:r>
              <a:t>• CiviBot AI Assistant: 24/7 floating widget for FAQs and guidance.</a:t>
            </a:r>
          </a:p>
          <a:p>
            <a:r>
              <a:t>• Civic Gamification: XP &amp; Levels for constructive civic duty.</a:t>
            </a:r>
          </a:p>
          <a:p>
            <a:r>
              <a:t>• Asynchronous Architecture: Email dispatching without UI blocking.</a:t>
            </a:r>
          </a:p>
          <a:p>
            <a:r>
              <a:t>• Modern UX/UI: Glassmorphism, smooth animations, dark/light modes.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Onboarding: Async email verification and JWT token access.</a:t>
            </a:r>
          </a:p>
          <a:p>
            <a:r>
              <a:t>2. Issue Reporting: AI analyzes text for category, priority, and safety risk.</a:t>
            </a:r>
          </a:p>
          <a:p>
            <a:r>
              <a:t>3. Delegation: Admins assign AI-triaged tasks to Supervisors.</a:t>
            </a:r>
          </a:p>
          <a:p>
            <a:r>
              <a:t>4. Field Work: Supervisors dispatch teams &amp; update live timeline.</a:t>
            </a:r>
          </a:p>
          <a:p>
            <a:r>
              <a:t>5. Resolution &amp; Rewards: Final AI report generated, citizen earns XP/Badges.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Client-Server Model: React frontend independent from Flask backend.</a:t>
            </a:r>
          </a:p>
          <a:p>
            <a:r>
              <a:t>• RESTful JSON APIs for seamless communication.</a:t>
            </a:r>
          </a:p>
          <a:p>
            <a:r>
              <a:t>• Stateless Backend (JWT): Allows horizontal scaling.</a:t>
            </a:r>
          </a:p>
          <a:p>
            <a:r>
              <a:t>• Security: Password hashing, CORS management, secure token exchange.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Response Times: Emergencies are instantly flagged by AI.</a:t>
            </a:r>
          </a:p>
          <a:p>
            <a:r>
              <a:t>• Higher Accountability: Every step is timestamped in a public timeline.</a:t>
            </a:r>
          </a:p>
          <a:p>
            <a:r>
              <a:t>• Resource Optimization: AI estimates required team size and costs.</a:t>
            </a:r>
          </a:p>
          <a:p>
            <a:r>
              <a:t>• Engaged Citizens: Transforms complaining into a rewarding civic duty.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